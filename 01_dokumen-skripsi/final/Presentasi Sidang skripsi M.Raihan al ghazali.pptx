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57" r:id="rId3"/>
    <p:sldId id="271" r:id="rId4"/>
    <p:sldId id="272" r:id="rId5"/>
    <p:sldId id="259" r:id="rId6"/>
    <p:sldId id="274" r:id="rId7"/>
    <p:sldId id="273" r:id="rId8"/>
    <p:sldId id="261" r:id="rId9"/>
    <p:sldId id="264" r:id="rId10"/>
    <p:sldId id="265" r:id="rId11"/>
    <p:sldId id="275" r:id="rId12"/>
    <p:sldId id="277" r:id="rId13"/>
    <p:sldId id="267" r:id="rId14"/>
    <p:sldId id="276" r:id="rId15"/>
    <p:sldId id="278" r:id="rId16"/>
    <p:sldId id="268" r:id="rId17"/>
    <p:sldId id="279" r:id="rId18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7FC"/>
    <a:srgbClr val="F9F8FD"/>
    <a:srgbClr val="F7F6FC"/>
    <a:srgbClr val="F9F8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9" d="100"/>
          <a:sy n="49" d="100"/>
        </p:scale>
        <p:origin x="888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C965DE83-CAEF-2956-91AE-E97314D677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0496" y="2328774"/>
            <a:ext cx="10151208" cy="4453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546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Office PowerPoint</Application>
  <PresentationFormat>Custom</PresentationFormat>
  <Paragraphs>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rehan</dc:creator>
  <cp:lastModifiedBy>raihan al ghazali</cp:lastModifiedBy>
  <cp:revision>2</cp:revision>
  <dcterms:created xsi:type="dcterms:W3CDTF">2006-08-16T00:00:00Z</dcterms:created>
  <dcterms:modified xsi:type="dcterms:W3CDTF">2026-08-06T17:42:19Z</dcterms:modified>
</cp:coreProperties>
</file>