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42539"/>
    <a:srgbClr val="132539"/>
    <a:srgbClr val="000518"/>
    <a:srgbClr val="11213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0" d="100"/>
          <a:sy n="50" d="100"/>
        </p:scale>
        <p:origin x="834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6D05608-8034-4602-9C8B-F7D6DE26D23A}"/>
              </a:ext>
            </a:extLst>
          </p:cNvPr>
          <p:cNvSpPr/>
          <p:nvPr/>
        </p:nvSpPr>
        <p:spPr>
          <a:xfrm>
            <a:off x="14833600" y="8534400"/>
            <a:ext cx="1422400" cy="609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6A7AAE2C-ED11-41EF-8A03-F5951B58EDB2}"/>
              </a:ext>
            </a:extLst>
          </p:cNvPr>
          <p:cNvSpPr/>
          <p:nvPr/>
        </p:nvSpPr>
        <p:spPr>
          <a:xfrm>
            <a:off x="14833600" y="8763000"/>
            <a:ext cx="1422400" cy="342900"/>
          </a:xfrm>
          <a:prstGeom prst="rect">
            <a:avLst/>
          </a:prstGeom>
          <a:solidFill>
            <a:srgbClr val="1121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B15A87C-EE25-4B2D-81B6-54C35D078575}"/>
              </a:ext>
            </a:extLst>
          </p:cNvPr>
          <p:cNvSpPr/>
          <p:nvPr/>
        </p:nvSpPr>
        <p:spPr>
          <a:xfrm>
            <a:off x="14833600" y="8763000"/>
            <a:ext cx="1422400" cy="342900"/>
          </a:xfrm>
          <a:prstGeom prst="rect">
            <a:avLst/>
          </a:prstGeom>
          <a:solidFill>
            <a:srgbClr val="1425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9059645B-BA40-4AA8-B157-EAE19D8D7329}"/>
              </a:ext>
            </a:extLst>
          </p:cNvPr>
          <p:cNvSpPr/>
          <p:nvPr/>
        </p:nvSpPr>
        <p:spPr>
          <a:xfrm>
            <a:off x="14833600" y="8763000"/>
            <a:ext cx="1422400" cy="342900"/>
          </a:xfrm>
          <a:prstGeom prst="rect">
            <a:avLst/>
          </a:prstGeom>
          <a:solidFill>
            <a:srgbClr val="1325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7D06C73-3F21-48EB-B2B2-9FE5E432EC83}"/>
              </a:ext>
            </a:extLst>
          </p:cNvPr>
          <p:cNvSpPr/>
          <p:nvPr/>
        </p:nvSpPr>
        <p:spPr>
          <a:xfrm>
            <a:off x="14833600" y="8724900"/>
            <a:ext cx="1422400" cy="342900"/>
          </a:xfrm>
          <a:prstGeom prst="rect">
            <a:avLst/>
          </a:prstGeom>
          <a:solidFill>
            <a:srgbClr val="00051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151C62D7-241C-4FA8-8025-B5B9D21DBD85}"/>
              </a:ext>
            </a:extLst>
          </p:cNvPr>
          <p:cNvSpPr/>
          <p:nvPr/>
        </p:nvSpPr>
        <p:spPr>
          <a:xfrm>
            <a:off x="14833600" y="8801100"/>
            <a:ext cx="1422400" cy="342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F384DE17-CF1A-4A2F-BC78-F9409CC8238A}"/>
              </a:ext>
            </a:extLst>
          </p:cNvPr>
          <p:cNvSpPr/>
          <p:nvPr/>
        </p:nvSpPr>
        <p:spPr>
          <a:xfrm>
            <a:off x="14833600" y="8801100"/>
            <a:ext cx="1422400" cy="342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DA407FA-445F-4ECF-A467-A96D527E075E}"/>
              </a:ext>
            </a:extLst>
          </p:cNvPr>
          <p:cNvSpPr/>
          <p:nvPr/>
        </p:nvSpPr>
        <p:spPr>
          <a:xfrm>
            <a:off x="14833600" y="8801100"/>
            <a:ext cx="1422400" cy="342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EFB7BA8-0161-4CF0-B135-F9C5856E5219}"/>
              </a:ext>
            </a:extLst>
          </p:cNvPr>
          <p:cNvSpPr/>
          <p:nvPr/>
        </p:nvSpPr>
        <p:spPr>
          <a:xfrm>
            <a:off x="14833600" y="8839200"/>
            <a:ext cx="1422400" cy="342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DAFBC5F8-2B72-4312-ACFC-4199E5177A67}"/>
              </a:ext>
            </a:extLst>
          </p:cNvPr>
          <p:cNvSpPr/>
          <p:nvPr/>
        </p:nvSpPr>
        <p:spPr>
          <a:xfrm>
            <a:off x="14833600" y="8801100"/>
            <a:ext cx="1422400" cy="342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0</Words>
  <Application>Microsoft Office PowerPoint</Application>
  <PresentationFormat>Custom</PresentationFormat>
  <Paragraphs>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rehan</dc:creator>
  <cp:lastModifiedBy>raihan al ghazali - gits.id</cp:lastModifiedBy>
  <cp:revision>3</cp:revision>
  <dcterms:created xsi:type="dcterms:W3CDTF">2006-08-16T00:00:00Z</dcterms:created>
  <dcterms:modified xsi:type="dcterms:W3CDTF">2026-05-13T06:56:07Z</dcterms:modified>
</cp:coreProperties>
</file>